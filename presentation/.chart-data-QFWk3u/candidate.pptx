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5289e3ad804d6e" /><Relationship Type="http://schemas.openxmlformats.org/officeDocument/2006/relationships/extended-properties" Target="/docProps/app.xml" Id="R55c9e806b9b342f5" /><Relationship Type="http://schemas.openxmlformats.org/officeDocument/2006/relationships/officeDocument" Target="/ppt/presentation.xml" Id="R895ff131c194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0604217cd41ae"/>
  </p:sldMasterIdLst>
  <p:notesMasterIdLst>
    <p:notesMasterId xmlns:r="http://schemas.openxmlformats.org/officeDocument/2006/relationships" r:id="R95605b68f8314dbd"/>
  </p:notesMasterIdLst>
  <p:sldIdLst>
    <p:sldId xmlns:r="http://schemas.openxmlformats.org/officeDocument/2006/relationships" id="256" r:id="Rade6aeb06bba445b"/>
    <p:sldId xmlns:r="http://schemas.openxmlformats.org/officeDocument/2006/relationships" id="257" r:id="Rfe479876a62c4427"/>
    <p:sldId xmlns:r="http://schemas.openxmlformats.org/officeDocument/2006/relationships" id="258" r:id="Re95b3b314e7a489b"/>
    <p:sldId xmlns:r="http://schemas.openxmlformats.org/officeDocument/2006/relationships" id="259" r:id="R8313fa2ea21f4da0"/>
    <p:sldId xmlns:r="http://schemas.openxmlformats.org/officeDocument/2006/relationships" id="260" r:id="R5478873b961145cb"/>
    <p:sldId xmlns:r="http://schemas.openxmlformats.org/officeDocument/2006/relationships" id="261" r:id="Rda49e6898fa24a51"/>
    <p:sldId xmlns:r="http://schemas.openxmlformats.org/officeDocument/2006/relationships" id="262" r:id="Rf4b41ce832c8459c"/>
    <p:sldId xmlns:r="http://schemas.openxmlformats.org/officeDocument/2006/relationships" id="263" r:id="R1506871c74cf40eb"/>
    <p:sldId xmlns:r="http://schemas.openxmlformats.org/officeDocument/2006/relationships" id="264" r:id="Rfdf7c41d35884984"/>
    <p:sldId xmlns:r="http://schemas.openxmlformats.org/officeDocument/2006/relationships" id="265" r:id="R3132d6bdc6aa40a1"/>
    <p:sldId xmlns:r="http://schemas.openxmlformats.org/officeDocument/2006/relationships" id="266" r:id="R36b6eb4eba0e46f0"/>
    <p:sldId xmlns:r="http://schemas.openxmlformats.org/officeDocument/2006/relationships" id="267" r:id="R00fd544ec95f47b0"/>
    <p:sldId xmlns:r="http://schemas.openxmlformats.org/officeDocument/2006/relationships" id="268" r:id="Rf51f25a1bfb747b7"/>
    <p:sldId xmlns:r="http://schemas.openxmlformats.org/officeDocument/2006/relationships" id="269" r:id="Rc95036a9a3ba40fa"/>
    <p:sldId xmlns:r="http://schemas.openxmlformats.org/officeDocument/2006/relationships" id="270" r:id="R1ce27882829f42b4"/>
    <p:sldId xmlns:r="http://schemas.openxmlformats.org/officeDocument/2006/relationships" id="271" r:id="R83d406a896664f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a723e43cb84ad6" /><Relationship Type="http://schemas.openxmlformats.org/officeDocument/2006/relationships/slideMaster" Target="/ppt/slideMasters/slideMaster1.xml" Id="R7030604217cd41ae" /><Relationship Type="http://schemas.openxmlformats.org/officeDocument/2006/relationships/notesMaster" Target="/ppt/notesMasters/notesMaster1.xml" Id="R95605b68f8314dbd" /><Relationship Type="http://schemas.openxmlformats.org/officeDocument/2006/relationships/presProps" Target="/ppt/presProps.xml" Id="Rec763eb4578d489f" /><Relationship Type="http://schemas.openxmlformats.org/officeDocument/2006/relationships/tableStyles" Target="/ppt/tableStyles.xml" Id="R9440c95580f8466a" /><Relationship Type="http://schemas.openxmlformats.org/officeDocument/2006/relationships/slide" Target="/ppt/slides/slide1.xml" Id="Rade6aeb06bba445b" /><Relationship Type="http://schemas.openxmlformats.org/officeDocument/2006/relationships/slide" Target="/ppt/slides/slide2.xml" Id="Rfe479876a62c4427" /><Relationship Type="http://schemas.openxmlformats.org/officeDocument/2006/relationships/slide" Target="/ppt/slides/slide3.xml" Id="Re95b3b314e7a489b" /><Relationship Type="http://schemas.openxmlformats.org/officeDocument/2006/relationships/slide" Target="/ppt/slides/slide4.xml" Id="R8313fa2ea21f4da0" /><Relationship Type="http://schemas.openxmlformats.org/officeDocument/2006/relationships/slide" Target="/ppt/slides/slide5.xml" Id="R5478873b961145cb" /><Relationship Type="http://schemas.openxmlformats.org/officeDocument/2006/relationships/slide" Target="/ppt/slides/slide6.xml" Id="Rda49e6898fa24a51" /><Relationship Type="http://schemas.openxmlformats.org/officeDocument/2006/relationships/slide" Target="/ppt/slides/slide7.xml" Id="Rf4b41ce832c8459c" /><Relationship Type="http://schemas.openxmlformats.org/officeDocument/2006/relationships/slide" Target="/ppt/slides/slide8.xml" Id="R1506871c74cf40eb" /><Relationship Type="http://schemas.openxmlformats.org/officeDocument/2006/relationships/slide" Target="/ppt/slides/slide9.xml" Id="Rfdf7c41d35884984" /><Relationship Type="http://schemas.openxmlformats.org/officeDocument/2006/relationships/slide" Target="/ppt/slides/slide10.xml" Id="R3132d6bdc6aa40a1" /><Relationship Type="http://schemas.openxmlformats.org/officeDocument/2006/relationships/slide" Target="/ppt/slides/slide11.xml" Id="R36b6eb4eba0e46f0" /><Relationship Type="http://schemas.openxmlformats.org/officeDocument/2006/relationships/slide" Target="/ppt/slides/slide12.xml" Id="R00fd544ec95f47b0" /><Relationship Type="http://schemas.openxmlformats.org/officeDocument/2006/relationships/slide" Target="/ppt/slides/slide13.xml" Id="Rf51f25a1bfb747b7" /><Relationship Type="http://schemas.openxmlformats.org/officeDocument/2006/relationships/slide" Target="/ppt/slides/slide14.xml" Id="Rc95036a9a3ba40fa" /><Relationship Type="http://schemas.openxmlformats.org/officeDocument/2006/relationships/slide" Target="/ppt/slides/slide15.xml" Id="R1ce27882829f42b4" /><Relationship Type="http://schemas.openxmlformats.org/officeDocument/2006/relationships/slide" Target="/ppt/slides/slide16.xml" Id="R83d406a89666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b0b49388143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7ff215c484711" /><Relationship Type="http://schemas.openxmlformats.org/officeDocument/2006/relationships/notesMaster" Target="/ppt/notesMasters/notesMaster1.xml" Id="R6568fe1debef4f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b61ff76a2c4af7" /><Relationship Type="http://schemas.openxmlformats.org/officeDocument/2006/relationships/notesMaster" Target="/ppt/notesMasters/notesMaster1.xml" Id="Rd3474e899bcf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b9da74caf541ef" /><Relationship Type="http://schemas.openxmlformats.org/officeDocument/2006/relationships/notesMaster" Target="/ppt/notesMasters/notesMaster1.xml" Id="R10a2efcbcf4c4a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225698af974816" /><Relationship Type="http://schemas.openxmlformats.org/officeDocument/2006/relationships/notesMaster" Target="/ppt/notesMasters/notesMaster1.xml" Id="Radde9808fa5146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3ed55373da4f9c" /><Relationship Type="http://schemas.openxmlformats.org/officeDocument/2006/relationships/notesMaster" Target="/ppt/notesMasters/notesMaster1.xml" Id="R9abea2bd909b45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2c868c623d46e1" /><Relationship Type="http://schemas.openxmlformats.org/officeDocument/2006/relationships/notesMaster" Target="/ppt/notesMasters/notesMaster1.xml" Id="R45331a8bc23e45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43bf3574634fd1" /><Relationship Type="http://schemas.openxmlformats.org/officeDocument/2006/relationships/notesMaster" Target="/ppt/notesMasters/notesMaster1.xml" Id="R0359252956444c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60caf987934cda" /><Relationship Type="http://schemas.openxmlformats.org/officeDocument/2006/relationships/notesMaster" Target="/ppt/notesMasters/notesMaster1.xml" Id="R54128d0a09a04a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e200202f9b4c89" /><Relationship Type="http://schemas.openxmlformats.org/officeDocument/2006/relationships/notesMaster" Target="/ppt/notesMasters/notesMaster1.xml" Id="Rd10c649dd5a048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bfe86bcc7b471a" /><Relationship Type="http://schemas.openxmlformats.org/officeDocument/2006/relationships/notesMaster" Target="/ppt/notesMasters/notesMaster1.xml" Id="R7e43e0a836b842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e8ced7a8d64de6" /><Relationship Type="http://schemas.openxmlformats.org/officeDocument/2006/relationships/notesMaster" Target="/ppt/notesMasters/notesMaster1.xml" Id="R3234ae0011284e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86776eaf7940d5" /><Relationship Type="http://schemas.openxmlformats.org/officeDocument/2006/relationships/notesMaster" Target="/ppt/notesMasters/notesMaster1.xml" Id="R7ea79ada67ed4f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0293bd3bb34029" /><Relationship Type="http://schemas.openxmlformats.org/officeDocument/2006/relationships/notesMaster" Target="/ppt/notesMasters/notesMaster1.xml" Id="R4ae0aa6a95b543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de5172a6e04052" /><Relationship Type="http://schemas.openxmlformats.org/officeDocument/2006/relationships/notesMaster" Target="/ppt/notesMasters/notesMaster1.xml" Id="R954447a7c85348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4eb6cb59d24daa" /><Relationship Type="http://schemas.openxmlformats.org/officeDocument/2006/relationships/notesMaster" Target="/ppt/notesMasters/notesMaster1.xml" Id="R253e5108ba8b41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ad556ab6fb43f9" /><Relationship Type="http://schemas.openxmlformats.org/officeDocument/2006/relationships/notesMaster" Target="/ppt/notesMasters/notesMaster1.xml" Id="R515d5cbf54164d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оригинальная декоративная иллюстрация, созданная с Imagegen. Обзор текущей версии локального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src/components/app/CheatingDaddyApp.js; src/components/views/AssistantView.js. Схема иллюстрирует поведение интерфейса, а не измерение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src/components/views/SessionConsole.js; src/components/views/HistoryView.js.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src/components/views/InterviewTools.js. Объединение реплик использует эвристики и временное окно. Пользователь проверяет и исправляет черновик.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src/components/views/AssistantView.js. Снимок реального компонента приложения в браузерном стенде. Демонстрационный текст ответа, не реальный диалог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src/components/views/InterviewTools.js. Формат задаётся инструкцией модели. Пример ниже объясняет структуру, а не является снимком интерфейса.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src/components/app/CheatingDaddyApp.js; src/components/views/InterviewTools.js. Автоматическую маршрутизацию можно исправить вручную.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src/components/views/InterviewTools.js; src/components/views/AICustomizeView.js. Контекст вакансии фиксируется при запуске сессии. Извлечение релевантных фрагментов использует совпадения слов.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src/utils/hosted-ai.js. Стоимость зависит от выбранной OCR/vision-модели и провайдера. Обещания фиксированной экономии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src/utils/code-sandbox.js; src/components/views/InterviewTools.js. Код запускается вручную, при наличии Docker. SQL проверяется в SQLite. Race detector Go не включён.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src/utils/interview-workflow.js. Схема ниже демонстрационная. Реальный редактор поддерживает простые узлы и связи, требования, нагрузку, API, хранилища, решения, изменения и предыдущие 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src/utils/session-support.js; src/components/views/SessionConsole.js; src/components/app/CheatingDaddyApp.js. Проверка отражает момент запуска. Сохранение раз в секунду и при обычном закрытии. Повтор запроса может тарифицироваться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src/utils/session-support.js; src/components/views/HistoryView.js. Разбор локальный, эвристический. Демонстрационные примеры ниже. Устные ответы пользователя не оцениваются.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src/utils/hosted-ai.js; src/storage.js; src/utils/interview-storage.js; docs/INTERVIEW_CHECKLIST_RU.md. Новые режимы сессии рассчитаны на OpenAI и OpenRouter. Gemini/Groq и local существуют как другие режимы, без обещания полного паритета. API оплачивается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tests/*.test.js; presentation/.build/tests.txt. 54 теста прошли 23.09.2026. Группы: reading-position 21, hosted-ai 13, interview-workflow 6, остальные 14. Это количество автоматических сценариев, не процент покрытия и не гарантия отсутствия ошибок.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README.md; src/components/views/HelpView.js; docs/INTERVIEW_CHECKLIST_RU.md. Для текущей macOS-сборки путь /Applications/Cheating Daddy.app. Из исходников npm install и npm 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f61ac90d34d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6643a0b1784979" /><Relationship Type="http://schemas.openxmlformats.org/officeDocument/2006/relationships/slideLayout" Target="/ppt/slideLayouts/slideLayout1.xml" Id="R352561222ea049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561222ea049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898c9b5494d14" /><Relationship Type="http://schemas.openxmlformats.org/officeDocument/2006/relationships/image" Target="/ppt/media/image.png" Id="R0562c2a3b1584087" /><Relationship Type="http://schemas.openxmlformats.org/officeDocument/2006/relationships/notesSlide" Target="/ppt/notesSlides/notesSlide1.xml" Id="Rd5c2d141705743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17f93c7154cf6" /><Relationship Type="http://schemas.openxmlformats.org/officeDocument/2006/relationships/notesSlide" Target="/ppt/notesSlides/notesSlide2.xml" Id="Rd3b32f3cce4142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1aa7aadc546f5" /><Relationship Type="http://schemas.openxmlformats.org/officeDocument/2006/relationships/notesSlide" Target="/ppt/notesSlides/notesSlide3.xml" Id="Rb99d5e28764142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122c37282485b" /><Relationship Type="http://schemas.openxmlformats.org/officeDocument/2006/relationships/notesSlide" Target="/ppt/notesSlides/notesSlide4.xml" Id="R36d28bde49724c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f228a50ca4154" /><Relationship Type="http://schemas.openxmlformats.org/officeDocument/2006/relationships/image" Target="/ppt/media/image.jpeg" Id="R30476302011e4c41" /><Relationship Type="http://schemas.openxmlformats.org/officeDocument/2006/relationships/notesSlide" Target="/ppt/notesSlides/notesSlide5.xml" Id="Ra688ac343f724e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985605de645c8" /><Relationship Type="http://schemas.openxmlformats.org/officeDocument/2006/relationships/notesSlide" Target="/ppt/notesSlides/notesSlide6.xml" Id="Rf7e233b938ee41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a139849a842b4" /><Relationship Type="http://schemas.openxmlformats.org/officeDocument/2006/relationships/notesSlide" Target="/ppt/notesSlides/notesSlide7.xml" Id="Rc9a29ecd4c95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586eb3165461e" /><Relationship Type="http://schemas.openxmlformats.org/officeDocument/2006/relationships/notesSlide" Target="/ppt/notesSlides/notesSlide8.xml" Id="Re45f1cf3274846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97c3b813e4f56" /><Relationship Type="http://schemas.openxmlformats.org/officeDocument/2006/relationships/notesSlide" Target="/ppt/notesSlides/notesSlide9.xml" Id="Rf40b4c82547e41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5ed4b67b746c9" /><Relationship Type="http://schemas.openxmlformats.org/officeDocument/2006/relationships/notesSlide" Target="/ppt/notesSlides/notesSlide10.xml" Id="R1764b9d2b5504a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be6dea6934a58" /><Relationship Type="http://schemas.openxmlformats.org/officeDocument/2006/relationships/notesSlide" Target="/ppt/notesSlides/notesSlide11.xml" Id="R52619acd096d45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eb6ed65af4052" /><Relationship Type="http://schemas.openxmlformats.org/officeDocument/2006/relationships/notesSlide" Target="/ppt/notesSlides/notesSlide12.xml" Id="R0b563755da734e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40f4fc4054859" /><Relationship Type="http://schemas.openxmlformats.org/officeDocument/2006/relationships/notesSlide" Target="/ppt/notesSlides/notesSlide13.xml" Id="R6471d5a3b39c41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00c3ddee04191" /><Relationship Type="http://schemas.openxmlformats.org/officeDocument/2006/relationships/notesSlide" Target="/ppt/notesSlides/notesSlide14.xml" Id="R025b20179f664f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86c14b6294c2a" /><Relationship Type="http://schemas.openxmlformats.org/officeDocument/2006/relationships/chart" Target="/ppt/slides/charts/chart1.xml" Id="R4edc32b13c164111" /><Relationship Type="http://schemas.openxmlformats.org/officeDocument/2006/relationships/notesSlide" Target="/ppt/notesSlides/notesSlide15.xml" Id="Rc5cf5a96d5e44f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e847985a3488e" /><Relationship Type="http://schemas.openxmlformats.org/officeDocument/2006/relationships/notesSlide" Target="/ppt/notesSlides/notesSlide16.xml" Id="R8f2fbce88019402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Пройденные тесты</c:v>
          </c:tx>
          <c:spPr>
            <a:solidFill xmlns:a="http://schemas.openxmlformats.org/drawingml/2006/main">
              <a:srgbClr val="127663"/>
            </a:solidFill>
          </c:spPr>
          <c:cat>
            <c:strRef>
              <c:f>'Chart Data'!$A$2:$A$5</c:f>
              <c:strCache>
                <c:ptCount val="4"/>
                <c:pt idx="0">
                  <c:v>Чтение и интерфейс</c:v>
                </c:pt>
                <c:pt idx="1">
                  <c:v>AI и аудио</c:v>
                </c:pt>
                <c:pt idx="2">
                  <c:v>Вопросы и контекст</c:v>
                </c:pt>
                <c:pt idx="3">
                  <c:v>Остальные сценарии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21</c:v>
                </c:pt>
                <c:pt idx="1">
                  <c:v>13</c:v>
                </c:pt>
                <c:pt idx="2">
                  <c:v>6</c:v>
                </c:pt>
                <c:pt idx="3">
                  <c:v>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02D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3ED"/>
        </a:solidFill>
      </c:spPr>
    </c:plotArea>
    <c:plotVisOnly val="1"/>
  </c:chart>
  <c:spPr>
    <a:solidFill xmlns:a="http://schemas.openxmlformats.org/drawingml/2006/main">
      <a:srgbClr val="F4F3ED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rkzp3-0.8364686629487514">
            <a:extLst xmlns:a="http://schemas.openxmlformats.org/drawingml/2006/main">
              <a:ext uri="{FF2B5EF4-FFF2-40B4-BE49-F238E27FC236}">
                <a16:creationId xmlns:a16="http://schemas.microsoft.com/office/drawing/2014/main" id="{536FB5BC-1B36-4D4B-A8B2-209A1D4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2c2a3b15840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-4rkzp3-1">
            <a:extLst xmlns:a="http://schemas.openxmlformats.org/drawingml/2006/main">
              <a:ext uri="{FF2B5EF4-FFF2-40B4-BE49-F238E27FC236}">
                <a16:creationId xmlns:a16="http://schemas.microsoft.com/office/drawing/2014/main" id="{36A8B6FD-792F-442A-BE91-C2549AD8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AI-АССИСТЕНТ ДЛЯ ТЕХНИЧЕСКИХ РАЗГОВОРОВ</a:t>
            </a:r>
          </a:p>
        </p:txBody>
      </p:sp>
      <p:sp>
        <p:nvSpPr>
          <p:cNvPr id="4" name="text-4rkzp3-2">
            <a:extLst xmlns:a="http://schemas.openxmlformats.org/drawingml/2006/main">
              <a:ext uri="{FF2B5EF4-FFF2-40B4-BE49-F238E27FC236}">
                <a16:creationId xmlns:a16="http://schemas.microsoft.com/office/drawing/2014/main" id="{7FE8DD4E-13EF-498F-A06D-9FCCB002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Cheating</a:t>
            </a:r>
          </a:p>
          <a:p xmlns:a="http://schemas.openxmlformats.org/drawingml/2006/main">
            <a:pPr>
              <a:defRPr sz="72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Daddy</a:t>
            </a:r>
          </a:p>
        </p:txBody>
      </p:sp>
      <p:sp>
        <p:nvSpPr>
          <p:cNvPr id="5" name="text-4rkzp3-3">
            <a:extLst xmlns:a="http://schemas.openxmlformats.org/drawingml/2006/main">
              <a:ext uri="{FF2B5EF4-FFF2-40B4-BE49-F238E27FC236}">
                <a16:creationId xmlns:a16="http://schemas.microsoft.com/office/drawing/2014/main" id="{95155EBA-FF5D-40BB-8604-8FDB4E32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Вопросы, контекст и ответы</a:t>
            </a:r>
          </a:p>
          <a:p xmlns:a="http://schemas.openxmlformats.org/drawingml/2006/main">
            <a:pPr>
              <a:defRPr sz="24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 удобном темпе разговора</a:t>
            </a:r>
          </a:p>
        </p:txBody>
      </p:sp>
      <p:sp>
        <p:nvSpPr>
          <p:cNvPr id="6" name="text-4rkzp3-4">
            <a:extLst xmlns:a="http://schemas.openxmlformats.org/drawingml/2006/main">
              <a:ext uri="{FF2B5EF4-FFF2-40B4-BE49-F238E27FC236}">
                <a16:creationId xmlns:a16="http://schemas.microsoft.com/office/drawing/2014/main" id="{134840D7-7769-41F8-9737-1EEB99B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817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Обзор возможностей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487154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vgk4lr-0.37417474667476536">
            <a:extLst xmlns:a="http://schemas.openxmlformats.org/drawingml/2006/main">
              <a:ext uri="{FF2B5EF4-FFF2-40B4-BE49-F238E27FC236}">
                <a16:creationId xmlns:a16="http://schemas.microsoft.com/office/drawing/2014/main" id="{A561706E-529F-4263-B922-E5693534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Ответ остаётся перед глазами</a:t>
            </a:r>
          </a:p>
        </p:txBody>
      </p:sp>
      <p:sp>
        <p:nvSpPr>
          <p:cNvPr id="2" name="text-vgk4lr-1">
            <a:extLst xmlns:a="http://schemas.openxmlformats.org/drawingml/2006/main">
              <a:ext uri="{FF2B5EF4-FFF2-40B4-BE49-F238E27FC236}">
                <a16:creationId xmlns:a16="http://schemas.microsoft.com/office/drawing/2014/main" id="{8831B391-430E-40A5-81A4-B3D52E5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vgk4lr-2">
            <a:extLst xmlns:a="http://schemas.openxmlformats.org/drawingml/2006/main">
              <a:ext uri="{FF2B5EF4-FFF2-40B4-BE49-F238E27FC236}">
                <a16:creationId xmlns:a16="http://schemas.microsoft.com/office/drawing/2014/main" id="{BA977E42-C892-4162-8D12-7B7606E6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Собеседник продолжает говорить.</a:t>
            </a:r>
          </a:p>
          <a:p xmlns:a="http://schemas.openxmlformats.org/drawingml/2006/main">
            <a:pPr>
              <a:defRPr sz="22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Вы спокойно дочитываете текущий ответ.</a:t>
            </a:r>
          </a:p>
        </p:txBody>
      </p:sp>
      <p:sp>
        <p:nvSpPr>
          <p:cNvPr id="4" name="text-vgk4lr-3">
            <a:extLst xmlns:a="http://schemas.openxmlformats.org/drawingml/2006/main">
              <a:ext uri="{FF2B5EF4-FFF2-40B4-BE49-F238E27FC236}">
                <a16:creationId xmlns:a16="http://schemas.microsoft.com/office/drawing/2014/main" id="{C87F8A15-94ED-422D-AF43-606F4E51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РАЗГОВОР</a:t>
            </a:r>
          </a:p>
        </p:txBody>
      </p:sp>
      <p:sp>
        <p:nvSpPr>
          <p:cNvPr id="5" name="text-vgk4lr-4">
            <a:extLst xmlns:a="http://schemas.openxmlformats.org/drawingml/2006/main">
              <a:ext uri="{FF2B5EF4-FFF2-40B4-BE49-F238E27FC236}">
                <a16:creationId xmlns:a16="http://schemas.microsoft.com/office/drawing/2014/main" id="{37904212-9C07-4517-B96D-C14068A5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ВАШ ЭКРАН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E1115-A14F-4678-8B86-33EDD11B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62250"/>
            <a:ext cx="25146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Вопрос про 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27DAE-2F26-4165-B642-F63AA0A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62250"/>
            <a:ext cx="25146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Уточнение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BABE0-EF50-457B-89A4-6271C0FC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2250"/>
            <a:ext cx="2857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Вопрос про Kafka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53025" y="3119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43875" y="3119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2D05A-96AE-4A6E-B804-4AF9EFC1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91000"/>
            <a:ext cx="55054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Текущий ответ остаётся выбранным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15417-C82D-465F-AB0F-E6A5867E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9100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Новые вопросы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ждут в очереди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143875" y="4643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4" name="text-vgk4lr-13">
            <a:extLst xmlns:a="http://schemas.openxmlformats.org/drawingml/2006/main">
              <a:ext uri="{FF2B5EF4-FFF2-40B4-BE49-F238E27FC236}">
                <a16:creationId xmlns:a16="http://schemas.microsoft.com/office/drawing/2014/main" id="{11254AB9-11DC-44CA-A0EA-D08D719F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91150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Пауза останавливает обработку нового аудио. Текстовые вопросы и скриншоты остаются доступны.</a:t>
            </a:r>
          </a:p>
        </p:txBody>
      </p:sp>
    </p:spTree>
    <p:extLst>
      <p:ext uri="{BB962C8B-B14F-4D97-AF65-F5344CB8AC3E}">
        <p14:creationId xmlns:p14="http://schemas.microsoft.com/office/powerpoint/2010/main" val="1711855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waqn0c-0.9351335380772214">
            <a:extLst xmlns:a="http://schemas.openxmlformats.org/drawingml/2006/main">
              <a:ext uri="{FF2B5EF4-FFF2-40B4-BE49-F238E27FC236}">
                <a16:creationId xmlns:a16="http://schemas.microsoft.com/office/drawing/2014/main" id="{999A3F09-6C32-42BF-AC7F-8C65DB14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Один рабочий цикл</a:t>
            </a:r>
          </a:p>
        </p:txBody>
      </p:sp>
      <p:sp>
        <p:nvSpPr>
          <p:cNvPr id="2" name="text-waqn0c-1">
            <a:extLst xmlns:a="http://schemas.openxmlformats.org/drawingml/2006/main">
              <a:ext uri="{FF2B5EF4-FFF2-40B4-BE49-F238E27FC236}">
                <a16:creationId xmlns:a16="http://schemas.microsoft.com/office/drawing/2014/main" id="{D5973754-2EB9-4C02-85A7-6F95143F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waqn0c-2">
            <a:extLst xmlns:a="http://schemas.openxmlformats.org/drawingml/2006/main">
              <a:ext uri="{FF2B5EF4-FFF2-40B4-BE49-F238E27FC236}">
                <a16:creationId xmlns:a16="http://schemas.microsoft.com/office/drawing/2014/main" id="{C21C37BF-676F-46C4-8D2B-6DEB9FA8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waqn0c-3">
            <a:extLst xmlns:a="http://schemas.openxmlformats.org/drawingml/2006/main">
              <a:ext uri="{FF2B5EF4-FFF2-40B4-BE49-F238E27FC236}">
                <a16:creationId xmlns:a16="http://schemas.microsoft.com/office/drawing/2014/main" id="{BB556968-2944-41E9-890F-85C968D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До разговора</a:t>
            </a:r>
          </a:p>
        </p:txBody>
      </p:sp>
      <p:sp>
        <p:nvSpPr>
          <p:cNvPr id="5" name="text-waqn0c-4">
            <a:extLst xmlns:a="http://schemas.openxmlformats.org/drawingml/2006/main">
              <a:ext uri="{FF2B5EF4-FFF2-40B4-BE49-F238E27FC236}">
                <a16:creationId xmlns:a16="http://schemas.microsoft.com/office/drawing/2014/main" id="{67C9F3FC-54C4-4CCB-93EC-637C047A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Материалы вакансии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Профиль инструкций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Проверка готовности</a:t>
            </a:r>
          </a:p>
        </p:txBody>
      </p:sp>
      <p:sp>
        <p:nvSpPr>
          <p:cNvPr id="6" name="text-waqn0c-5">
            <a:extLst xmlns:a="http://schemas.openxmlformats.org/drawingml/2006/main">
              <a:ext uri="{FF2B5EF4-FFF2-40B4-BE49-F238E27FC236}">
                <a16:creationId xmlns:a16="http://schemas.microsoft.com/office/drawing/2014/main" id="{7BF5F10E-40E9-4EA3-8DAB-BC9FC416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waqn0c-6">
            <a:extLst xmlns:a="http://schemas.openxmlformats.org/drawingml/2006/main">
              <a:ext uri="{FF2B5EF4-FFF2-40B4-BE49-F238E27FC236}">
                <a16:creationId xmlns:a16="http://schemas.microsoft.com/office/drawing/2014/main" id="{8437398D-3DA1-4EC2-A212-84E81C7B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Во время</a:t>
            </a:r>
          </a:p>
        </p:txBody>
      </p:sp>
      <p:sp>
        <p:nvSpPr>
          <p:cNvPr id="8" name="text-waqn0c-7">
            <a:extLst xmlns:a="http://schemas.openxmlformats.org/drawingml/2006/main">
              <a:ext uri="{FF2B5EF4-FFF2-40B4-BE49-F238E27FC236}">
                <a16:creationId xmlns:a16="http://schemas.microsoft.com/office/drawing/2014/main" id="{1D6102FB-D82D-4253-A19F-8E38A623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Распознанные вопросы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Ответы и уточнения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Код, скриншоты и схемы</a:t>
            </a:r>
          </a:p>
        </p:txBody>
      </p:sp>
      <p:sp>
        <p:nvSpPr>
          <p:cNvPr id="9" name="text-waqn0c-8">
            <a:extLst xmlns:a="http://schemas.openxmlformats.org/drawingml/2006/main">
              <a:ext uri="{FF2B5EF4-FFF2-40B4-BE49-F238E27FC236}">
                <a16:creationId xmlns:a16="http://schemas.microsoft.com/office/drawing/2014/main" id="{AD4C4881-9B54-4588-91DA-7211153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waqn0c-9">
            <a:extLst xmlns:a="http://schemas.openxmlformats.org/drawingml/2006/main">
              <a:ext uri="{FF2B5EF4-FFF2-40B4-BE49-F238E27FC236}">
                <a16:creationId xmlns:a16="http://schemas.microsoft.com/office/drawing/2014/main" id="{09096053-E70A-470F-8DF5-DB2290BD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1" name="text-waqn0c-10">
            <a:extLst xmlns:a="http://schemas.openxmlformats.org/drawingml/2006/main">
              <a:ext uri="{FF2B5EF4-FFF2-40B4-BE49-F238E27FC236}">
                <a16:creationId xmlns:a16="http://schemas.microsoft.com/office/drawing/2014/main" id="{41150542-AC43-4B64-B3E3-CFFE8C36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Сохранённая история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Темы для перепроверки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План повторения</a:t>
            </a:r>
          </a:p>
        </p:txBody>
      </p:sp>
    </p:spTree>
    <p:extLst>
      <p:ext uri="{BB962C8B-B14F-4D97-AF65-F5344CB8AC3E}">
        <p14:creationId xmlns:p14="http://schemas.microsoft.com/office/powerpoint/2010/main" val="244145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kf0d0x-0.8634414654298895">
            <a:extLst xmlns:a="http://schemas.openxmlformats.org/drawingml/2006/main">
              <a:ext uri="{FF2B5EF4-FFF2-40B4-BE49-F238E27FC236}">
                <a16:creationId xmlns:a16="http://schemas.microsoft.com/office/drawing/2014/main" id="{D42BDE24-3FD5-408B-9A2E-01DDAB68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Из реплик получается вопрос</a:t>
            </a:r>
          </a:p>
        </p:txBody>
      </p:sp>
      <p:sp>
        <p:nvSpPr>
          <p:cNvPr id="2" name="text-kf0d0x-1">
            <a:extLst xmlns:a="http://schemas.openxmlformats.org/drawingml/2006/main">
              <a:ext uri="{FF2B5EF4-FFF2-40B4-BE49-F238E27FC236}">
                <a16:creationId xmlns:a16="http://schemas.microsoft.com/office/drawing/2014/main" id="{2C706425-A40A-4CB1-9F7B-AA47FB2B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DC33C-2C94-441D-8CD2-78D14316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572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«Расскажи про индексы…»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3B5A8-0232-45C5-9392-3B5C775E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4572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«…и почему PostgreSQL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иногда их не использует?»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D0777-B922-4BCA-9775-4156969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23875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Один редактируемый вопрос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181600" y="2333625"/>
            <a:ext cx="1009650" cy="719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181600" y="3052763"/>
            <a:ext cx="100965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text-kf0d0x-7">
            <a:extLst xmlns:a="http://schemas.openxmlformats.org/drawingml/2006/main">
              <a:ext uri="{FF2B5EF4-FFF2-40B4-BE49-F238E27FC236}">
                <a16:creationId xmlns:a16="http://schemas.microsoft.com/office/drawing/2014/main" id="{B8ED87BA-BFB7-40F9-9EB8-5141CDCD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9815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Связанные реплики собираются вместе.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Короткие подтверждения вроде «угу»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«понятно» не запускают ответ.</a:t>
            </a:r>
          </a:p>
        </p:txBody>
      </p:sp>
      <p:sp>
        <p:nvSpPr>
          <p:cNvPr id="9" name="text-kf0d0x-8">
            <a:extLst xmlns:a="http://schemas.openxmlformats.org/drawingml/2006/main">
              <a:ext uri="{FF2B5EF4-FFF2-40B4-BE49-F238E27FC236}">
                <a16:creationId xmlns:a16="http://schemas.microsoft.com/office/drawing/2014/main" id="{C1D9F473-B4BA-4BF3-8C8B-818D7670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 выбираете момент ответа</a:t>
            </a:r>
          </a:p>
        </p:txBody>
      </p:sp>
      <p:sp>
        <p:nvSpPr>
          <p:cNvPr id="10" name="text-kf0d0x-9">
            <a:extLst xmlns:a="http://schemas.openxmlformats.org/drawingml/2006/main">
              <a:ext uri="{FF2B5EF4-FFF2-40B4-BE49-F238E27FC236}">
                <a16:creationId xmlns:a16="http://schemas.microsoft.com/office/drawing/2014/main" id="{356319E9-34D6-44DA-8CD8-2927C53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Проверьте формулировку, поправьте текст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подтвердите отправку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731544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y5utol-0.1849764978246894">
            <a:extLst xmlns:a="http://schemas.openxmlformats.org/drawingml/2006/main">
              <a:ext uri="{FF2B5EF4-FFF2-40B4-BE49-F238E27FC236}">
                <a16:creationId xmlns:a16="http://schemas.microsoft.com/office/drawing/2014/main" id="{D68388B2-8A6D-4F4C-BC6D-44F72F7C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Интерфейс для чтения</a:t>
            </a:r>
          </a:p>
        </p:txBody>
      </p:sp>
      <p:sp>
        <p:nvSpPr>
          <p:cNvPr id="2" name="text-y5utol-1">
            <a:extLst xmlns:a="http://schemas.openxmlformats.org/drawingml/2006/main">
              <a:ext uri="{FF2B5EF4-FFF2-40B4-BE49-F238E27FC236}">
                <a16:creationId xmlns:a16="http://schemas.microsoft.com/office/drawing/2014/main" id="{DF24A745-B61B-41A1-96A6-F1D3432F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76302011e4c41"/>
          <a:stretch xmlns:a="http://schemas.openxmlformats.org/drawingml/2006/main"/>
        </p:blipFill>
        <p:spPr>
          <a:xfrm xmlns:a="http://schemas.openxmlformats.org/drawingml/2006/main">
            <a:off x="609600" y="2014240"/>
            <a:ext cx="7096125" cy="3991570"/>
          </a:xfrm>
          <a:prstGeom xmlns:a="http://schemas.openxmlformats.org/drawingml/2006/main" prst="rect">
            <a:avLst/>
          </a:prstGeom>
        </p:spPr>
      </p:pic>
      <p:sp>
        <p:nvSpPr>
          <p:cNvPr id="4" name="text-y5utol-2">
            <a:extLst xmlns:a="http://schemas.openxmlformats.org/drawingml/2006/main">
              <a:ext uri="{FF2B5EF4-FFF2-40B4-BE49-F238E27FC236}">
                <a16:creationId xmlns:a16="http://schemas.microsoft.com/office/drawing/2014/main" id="{64C6A5C4-9638-4D62-9B7D-F7A4BDD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Крупный ответ</a:t>
            </a:r>
          </a:p>
        </p:txBody>
      </p:sp>
      <p:sp>
        <p:nvSpPr>
          <p:cNvPr id="5" name="text-y5utol-3">
            <a:extLst xmlns:a="http://schemas.openxmlformats.org/drawingml/2006/main">
              <a:ext uri="{FF2B5EF4-FFF2-40B4-BE49-F238E27FC236}">
                <a16:creationId xmlns:a16="http://schemas.microsoft.com/office/drawing/2014/main" id="{E2C6636D-49CC-4E18-B93C-14D6A2C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3362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Режим «Только ответ»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скрывает служебные панели.</a:t>
            </a:r>
          </a:p>
        </p:txBody>
      </p:sp>
      <p:sp>
        <p:nvSpPr>
          <p:cNvPr id="6" name="text-y5utol-4">
            <a:extLst xmlns:a="http://schemas.openxmlformats.org/drawingml/2006/main">
              <a:ext uri="{FF2B5EF4-FFF2-40B4-BE49-F238E27FC236}">
                <a16:creationId xmlns:a16="http://schemas.microsoft.com/office/drawing/2014/main" id="{D16D0D50-6CAC-4BE0-BAA1-94BF5148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Текст под вас</a:t>
            </a:r>
          </a:p>
        </p:txBody>
      </p:sp>
      <p:sp>
        <p:nvSpPr>
          <p:cNvPr id="7" name="text-y5utol-5">
            <a:extLst xmlns:a="http://schemas.openxmlformats.org/drawingml/2006/main">
              <a:ext uri="{FF2B5EF4-FFF2-40B4-BE49-F238E27FC236}">
                <a16:creationId xmlns:a16="http://schemas.microsoft.com/office/drawing/2014/main" id="{D3E0B8C3-C68B-4CE2-8C1D-73C6E9FD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33623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A− и A+ меняют шрифт.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Код получает подсветку,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таблицы сохраняют структуру.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Есть горячие клавиши.</a:t>
            </a:r>
          </a:p>
        </p:txBody>
      </p:sp>
      <p:sp>
        <p:nvSpPr>
          <p:cNvPr id="8" name="text-y5utol-6">
            <a:extLst xmlns:a="http://schemas.openxmlformats.org/drawingml/2006/main">
              <a:ext uri="{FF2B5EF4-FFF2-40B4-BE49-F238E27FC236}">
                <a16:creationId xmlns:a16="http://schemas.microsoft.com/office/drawing/2014/main" id="{3A5B95E7-DE9D-41B3-B0C2-3414556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7AEA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7AEAB"/>
                </a:solidFill>
                <a:latin typeface="Arial"/>
                <a:ea typeface="Arial"/>
                <a:cs typeface="Arial"/>
              </a:rPr>
              <a:t>Интерфейс с демонстрационным ответом</a:t>
            </a:r>
          </a:p>
        </p:txBody>
      </p:sp>
    </p:spTree>
    <p:extLst>
      <p:ext uri="{BB962C8B-B14F-4D97-AF65-F5344CB8AC3E}">
        <p14:creationId xmlns:p14="http://schemas.microsoft.com/office/powerpoint/2010/main" val="1392742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pso4a2-0.29756905408245593">
            <a:extLst xmlns:a="http://schemas.openxmlformats.org/drawingml/2006/main">
              <a:ext uri="{FF2B5EF4-FFF2-40B4-BE49-F238E27FC236}">
                <a16:creationId xmlns:a16="http://schemas.microsoft.com/office/drawing/2014/main" id="{A524EE4C-6184-43CD-9507-29527BDE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Глубина ответа под ситуацию</a:t>
            </a:r>
          </a:p>
        </p:txBody>
      </p:sp>
      <p:sp>
        <p:nvSpPr>
          <p:cNvPr id="2" name="text-pso4a2-1">
            <a:extLst xmlns:a="http://schemas.openxmlformats.org/drawingml/2006/main">
              <a:ext uri="{FF2B5EF4-FFF2-40B4-BE49-F238E27FC236}">
                <a16:creationId xmlns:a16="http://schemas.microsoft.com/office/drawing/2014/main" id="{EE56CC87-8F61-46C3-B218-CEE3D2A3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pso4a2-2">
            <a:extLst xmlns:a="http://schemas.openxmlformats.org/drawingml/2006/main">
              <a:ext uri="{FF2B5EF4-FFF2-40B4-BE49-F238E27FC236}">
                <a16:creationId xmlns:a16="http://schemas.microsoft.com/office/drawing/2014/main" id="{B39EA1FD-0807-4768-844A-C705A431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pso4a2-3">
            <a:extLst xmlns:a="http://schemas.openxmlformats.org/drawingml/2006/main">
              <a:ext uri="{FF2B5EF4-FFF2-40B4-BE49-F238E27FC236}">
                <a16:creationId xmlns:a16="http://schemas.microsoft.com/office/drawing/2014/main" id="{A34B040B-D641-4919-B993-21069EA2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62150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Короткий ответ</a:t>
            </a:r>
          </a:p>
        </p:txBody>
      </p:sp>
      <p:sp>
        <p:nvSpPr>
          <p:cNvPr id="5" name="text-pso4a2-4">
            <a:extLst xmlns:a="http://schemas.openxmlformats.org/drawingml/2006/main">
              <a:ext uri="{FF2B5EF4-FFF2-40B4-BE49-F238E27FC236}">
                <a16:creationId xmlns:a16="http://schemas.microsoft.com/office/drawing/2014/main" id="{8EE555DA-81A1-4C86-AEC3-6215912A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Главная мысль в нескольких предложениях.</a:t>
            </a:r>
          </a:p>
        </p:txBody>
      </p:sp>
      <p:sp>
        <p:nvSpPr>
          <p:cNvPr id="6" name="text-pso4a2-5">
            <a:extLst xmlns:a="http://schemas.openxmlformats.org/drawingml/2006/main">
              <a:ext uri="{FF2B5EF4-FFF2-40B4-BE49-F238E27FC236}">
                <a16:creationId xmlns:a16="http://schemas.microsoft.com/office/drawing/2014/main" id="{1CF8837B-FF10-48B4-8247-7B0A3585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pso4a2-6">
            <a:extLst xmlns:a="http://schemas.openxmlformats.org/drawingml/2006/main">
              <a:ext uri="{FF2B5EF4-FFF2-40B4-BE49-F238E27FC236}">
                <a16:creationId xmlns:a16="http://schemas.microsoft.com/office/drawing/2014/main" id="{892C25E1-28B3-4A4D-A3A3-1E24B181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95625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8" name="text-pso4a2-7">
            <a:extLst xmlns:a="http://schemas.openxmlformats.org/drawingml/2006/main">
              <a:ext uri="{FF2B5EF4-FFF2-40B4-BE49-F238E27FC236}">
                <a16:creationId xmlns:a16="http://schemas.microsoft.com/office/drawing/2014/main" id="{73FE6BD3-B1E3-45BE-9986-45385096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33725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Логика решения, отличия и важные условия.</a:t>
            </a:r>
          </a:p>
        </p:txBody>
      </p:sp>
      <p:sp>
        <p:nvSpPr>
          <p:cNvPr id="9" name="text-pso4a2-8">
            <a:extLst xmlns:a="http://schemas.openxmlformats.org/drawingml/2006/main">
              <a:ext uri="{FF2B5EF4-FFF2-40B4-BE49-F238E27FC236}">
                <a16:creationId xmlns:a16="http://schemas.microsoft.com/office/drawing/2014/main" id="{1278383F-E506-47F4-A21F-4BAC213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pso4a2-9">
            <a:extLst xmlns:a="http://schemas.openxmlformats.org/drawingml/2006/main">
              <a:ext uri="{FF2B5EF4-FFF2-40B4-BE49-F238E27FC236}">
                <a16:creationId xmlns:a16="http://schemas.microsoft.com/office/drawing/2014/main" id="{08FD24FB-63A9-46F3-864D-B59B8BE4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29100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Подробности</a:t>
            </a:r>
          </a:p>
        </p:txBody>
      </p:sp>
      <p:sp>
        <p:nvSpPr>
          <p:cNvPr id="11" name="text-pso4a2-10">
            <a:extLst xmlns:a="http://schemas.openxmlformats.org/drawingml/2006/main">
              <a:ext uri="{FF2B5EF4-FFF2-40B4-BE49-F238E27FC236}">
                <a16:creationId xmlns:a16="http://schemas.microsoft.com/office/drawing/2014/main" id="{6A354B14-4BAB-4205-A779-BB6C6313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672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Пример, ограничения и детали реализации.</a:t>
            </a:r>
          </a:p>
        </p:txBody>
      </p:sp>
      <p:sp>
        <p:nvSpPr>
          <p:cNvPr id="12" name="text-pso4a2-11">
            <a:extLst xmlns:a="http://schemas.openxmlformats.org/drawingml/2006/main">
              <a:ext uri="{FF2B5EF4-FFF2-40B4-BE49-F238E27FC236}">
                <a16:creationId xmlns:a16="http://schemas.microsoft.com/office/drawing/2014/main" id="{03800760-581D-4EE9-AB98-702A1145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БЫСТРЫЕ УТОЧНЕНИЯ</a:t>
            </a:r>
          </a:p>
        </p:txBody>
      </p:sp>
      <p:sp>
        <p:nvSpPr>
          <p:cNvPr id="13" name="text-pso4a2-12">
            <a:extLst xmlns:a="http://schemas.openxmlformats.org/drawingml/2006/main">
              <a:ext uri="{FF2B5EF4-FFF2-40B4-BE49-F238E27FC236}">
                <a16:creationId xmlns:a16="http://schemas.microsoft.com/office/drawing/2014/main" id="{C2577244-45F0-43AC-8A7F-E73CFC35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25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«Короче»     «Пример на Go»     «Почему?»     «Сравнить»</a:t>
            </a:r>
          </a:p>
        </p:txBody>
      </p:sp>
    </p:spTree>
    <p:extLst>
      <p:ext uri="{BB962C8B-B14F-4D97-AF65-F5344CB8AC3E}">
        <p14:creationId xmlns:p14="http://schemas.microsoft.com/office/powerpoint/2010/main" val="593401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g5y1dm-0.41996085066550504">
            <a:extLst xmlns:a="http://schemas.openxmlformats.org/drawingml/2006/main">
              <a:ext uri="{FF2B5EF4-FFF2-40B4-BE49-F238E27FC236}">
                <a16:creationId xmlns:a16="http://schemas.microsoft.com/office/drawing/2014/main" id="{E8D4BE2B-B009-497D-9EA1-06F2247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Уточнения сохраняют тему</a:t>
            </a:r>
          </a:p>
        </p:txBody>
      </p:sp>
      <p:sp>
        <p:nvSpPr>
          <p:cNvPr id="2" name="text-g5y1dm-1">
            <a:extLst xmlns:a="http://schemas.openxmlformats.org/drawingml/2006/main">
              <a:ext uri="{FF2B5EF4-FFF2-40B4-BE49-F238E27FC236}">
                <a16:creationId xmlns:a16="http://schemas.microsoft.com/office/drawing/2014/main" id="{F961A213-F1B0-46DE-8BA1-1EFB3A1B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2E854-8DCB-4BE0-88BE-7D450FB0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Каналы 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D9929-B2BE-453A-B06C-A84323A6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14525"/>
            <a:ext cx="69913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«А если канал закрыт?»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FA771-BBCC-4F40-9D40-1BB1BC54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69913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«Почему отправка блокируется?»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371850" y="2319338"/>
            <a:ext cx="106680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2705100"/>
            <a:ext cx="1066800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A3078-EB60-4DCD-A0AD-98236935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6ABA2-B676-49E2-ADC4-BBB2330A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69913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Отдельная тема и свои уточнения</a:t>
            </a:r>
          </a:p>
        </p:txBody>
      </p:sp>
      <p:cxnSp>
        <p:nvCxnSpPr>
          <p:cNvPr id="2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71850" y="52673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g5y1dm-10">
            <a:extLst xmlns:a="http://schemas.openxmlformats.org/drawingml/2006/main">
              <a:ext uri="{FF2B5EF4-FFF2-40B4-BE49-F238E27FC236}">
                <a16:creationId xmlns:a16="http://schemas.microsoft.com/office/drawing/2014/main" id="{044F5CE4-715D-4DAC-9CB8-48762DC5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Темы можно объединять, разделять и удалять. Для отдельного запроса есть новая карточка.</a:t>
            </a:r>
          </a:p>
        </p:txBody>
      </p:sp>
    </p:spTree>
    <p:extLst>
      <p:ext uri="{BB962C8B-B14F-4D97-AF65-F5344CB8AC3E}">
        <p14:creationId xmlns:p14="http://schemas.microsoft.com/office/powerpoint/2010/main" val="1780123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l8mwzo-0.011120235818832924">
            <a:extLst xmlns:a="http://schemas.openxmlformats.org/drawingml/2006/main">
              <a:ext uri="{FF2B5EF4-FFF2-40B4-BE49-F238E27FC236}">
                <a16:creationId xmlns:a16="http://schemas.microsoft.com/office/drawing/2014/main" id="{799B3917-CF3E-41BB-A6A8-9FE4A3F3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Ответы с учётом вашего опыта</a:t>
            </a:r>
          </a:p>
        </p:txBody>
      </p:sp>
      <p:sp>
        <p:nvSpPr>
          <p:cNvPr id="2" name="text-l8mwzo-1">
            <a:extLst xmlns:a="http://schemas.openxmlformats.org/drawingml/2006/main">
              <a:ext uri="{FF2B5EF4-FFF2-40B4-BE49-F238E27FC236}">
                <a16:creationId xmlns:a16="http://schemas.microsoft.com/office/drawing/2014/main" id="{08DD4BF4-CE2A-4153-B660-C32A9C44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l8mwzo-2">
            <a:extLst xmlns:a="http://schemas.openxmlformats.org/drawingml/2006/main">
              <a:ext uri="{FF2B5EF4-FFF2-40B4-BE49-F238E27FC236}">
                <a16:creationId xmlns:a16="http://schemas.microsoft.com/office/drawing/2014/main" id="{E8028489-FDCE-46F0-BD83-B57C53E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4" name="text-l8mwzo-3">
            <a:extLst xmlns:a="http://schemas.openxmlformats.org/drawingml/2006/main">
              <a:ext uri="{FF2B5EF4-FFF2-40B4-BE49-F238E27FC236}">
                <a16:creationId xmlns:a16="http://schemas.microsoft.com/office/drawing/2014/main" id="{0D678C32-CF21-4E5C-8DA0-91434BDB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Ваши материалы</a:t>
            </a:r>
          </a:p>
        </p:txBody>
      </p:sp>
      <p:sp>
        <p:nvSpPr>
          <p:cNvPr id="5" name="text-l8mwzo-4">
            <a:extLst xmlns:a="http://schemas.openxmlformats.org/drawingml/2006/main">
              <a:ext uri="{FF2B5EF4-FFF2-40B4-BE49-F238E27FC236}">
                <a16:creationId xmlns:a16="http://schemas.microsoft.com/office/drawing/2014/main" id="{9AD21701-124D-48B0-BCC1-4C12F084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49625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Резюме, описание вакансии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реальные истории проектов.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Импорт PDF с текстом, DOCX, TXT, MD.</a:t>
            </a:r>
          </a:p>
        </p:txBody>
      </p:sp>
      <p:sp>
        <p:nvSpPr>
          <p:cNvPr id="6" name="text-l8mwzo-5">
            <a:extLst xmlns:a="http://schemas.openxmlformats.org/drawingml/2006/main">
              <a:ext uri="{FF2B5EF4-FFF2-40B4-BE49-F238E27FC236}">
                <a16:creationId xmlns:a16="http://schemas.microsoft.com/office/drawing/2014/main" id="{D33BAE10-C41E-4FCE-943A-9B850AE2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AI CUSTOMIZATION</a:t>
            </a:r>
          </a:p>
        </p:txBody>
      </p:sp>
      <p:sp>
        <p:nvSpPr>
          <p:cNvPr id="7" name="text-l8mwzo-6">
            <a:extLst xmlns:a="http://schemas.openxmlformats.org/drawingml/2006/main">
              <a:ext uri="{FF2B5EF4-FFF2-40B4-BE49-F238E27FC236}">
                <a16:creationId xmlns:a16="http://schemas.microsoft.com/office/drawing/2014/main" id="{4A179F42-B081-48CD-AC9C-67C62B1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812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Ваши инструкции</a:t>
            </a:r>
          </a:p>
        </p:txBody>
      </p:sp>
      <p:sp>
        <p:nvSpPr>
          <p:cNvPr id="8" name="text-l8mwzo-7">
            <a:extLst xmlns:a="http://schemas.openxmlformats.org/drawingml/2006/main">
              <a:ext uri="{FF2B5EF4-FFF2-40B4-BE49-F238E27FC236}">
                <a16:creationId xmlns:a16="http://schemas.microsoft.com/office/drawing/2014/main" id="{FCC28A52-99B7-47DF-A6CF-02CE71C6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Создание, редактирование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удаление профилей.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Стиль и глубина ответа под задачу.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2C717-8A4D-4D2D-AD40-2D95A6B0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9625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Релевантные фрагменты опыта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106A9-2B27-44F6-8DA9-F72DD3F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953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Профиль и дополнительные инструкции</a:t>
            </a:r>
          </a:p>
        </p:txBody>
      </p:sp>
      <p:cxnSp>
        <p:nvCxnSpPr>
          <p:cNvPr id="2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72125" y="4976813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2" name="text-l8mwzo-11">
            <a:extLst xmlns:a="http://schemas.openxmlformats.org/drawingml/2006/main">
              <a:ext uri="{FF2B5EF4-FFF2-40B4-BE49-F238E27FC236}">
                <a16:creationId xmlns:a16="http://schemas.microsoft.com/office/drawing/2014/main" id="{F4308BC6-5982-417B-9346-224B9285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Если факта в материалах нет, инструкция просит модель обозначить пробел.</a:t>
            </a:r>
          </a:p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Достижения и примеры нужно проверять.</a:t>
            </a:r>
          </a:p>
        </p:txBody>
      </p:sp>
    </p:spTree>
    <p:extLst>
      <p:ext uri="{BB962C8B-B14F-4D97-AF65-F5344CB8AC3E}">
        <p14:creationId xmlns:p14="http://schemas.microsoft.com/office/powerpoint/2010/main" val="666117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xyceyg-0.628809958907379">
            <a:extLst xmlns:a="http://schemas.openxmlformats.org/drawingml/2006/main">
              <a:ext uri="{FF2B5EF4-FFF2-40B4-BE49-F238E27FC236}">
                <a16:creationId xmlns:a16="http://schemas.microsoft.com/office/drawing/2014/main" id="{C21B686E-BC7F-4F89-B606-E8F79B4B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Скриншот вместе с заданием</a:t>
            </a:r>
          </a:p>
        </p:txBody>
      </p:sp>
      <p:sp>
        <p:nvSpPr>
          <p:cNvPr id="2" name="text-xyceyg-1">
            <a:extLst xmlns:a="http://schemas.openxmlformats.org/drawingml/2006/main">
              <a:ext uri="{FF2B5EF4-FFF2-40B4-BE49-F238E27FC236}">
                <a16:creationId xmlns:a16="http://schemas.microsoft.com/office/drawing/2014/main" id="{9BA4E8EA-99FE-4008-8EFD-38009707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xyceyg-2">
            <a:extLst xmlns:a="http://schemas.openxmlformats.org/drawingml/2006/main">
              <a:ext uri="{FF2B5EF4-FFF2-40B4-BE49-F238E27FC236}">
                <a16:creationId xmlns:a16="http://schemas.microsoft.com/office/drawing/2014/main" id="{93C1097D-21AB-4BFB-94B4-5545B797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Вставьте изображение, добавьте свой вопрос и отправьте, когда всё готово.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B82AB-BE53-47CC-9A23-E1738E48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867025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6E5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1C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C23"/>
                </a:solidFill>
                <a:latin typeface="Arial"/>
                <a:ea typeface="Arial"/>
                <a:cs typeface="Arial"/>
              </a:rPr>
              <a:t>Скриншоты</a:t>
            </a:r>
          </a:p>
          <a:p xmlns:a="http://schemas.openxmlformats.org/drawingml/2006/main">
            <a:pPr algn="ctr">
              <a:defRPr sz="1875" b="1">
                <a:solidFill>
                  <a:srgbClr val="091C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C23"/>
                </a:solidFill>
                <a:latin typeface="Arial"/>
                <a:ea typeface="Arial"/>
                <a:cs typeface="Arial"/>
              </a:rPr>
              <a:t>+ текст запроса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F6EED-11DD-4BDA-A573-76F80F70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24125"/>
            <a:ext cx="3286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OCR: извлечение текста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136E7-FBAF-4CAF-A0D5-9B8A19FB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3286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Изображение целиком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476625" y="2952750"/>
            <a:ext cx="1171575" cy="671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E5C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3624263"/>
            <a:ext cx="1171575" cy="1147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E5CC"/>
            </a:solidFill>
            <a:tailEnd type="arrow" w="med" len="med"/>
          </a:ln>
        </p:spPr>
      </p:cxnSp>
      <p:sp>
        <p:nvSpPr>
          <p:cNvPr id="9" name="text-xyceyg-8">
            <a:extLst xmlns:a="http://schemas.openxmlformats.org/drawingml/2006/main">
              <a:ext uri="{FF2B5EF4-FFF2-40B4-BE49-F238E27FC236}">
                <a16:creationId xmlns:a16="http://schemas.microsoft.com/office/drawing/2014/main" id="{D87AD701-96C2-4821-A804-CC234442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62225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Для кода и текста.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Распознанный текст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можно исправить.</a:t>
            </a:r>
          </a:p>
        </p:txBody>
      </p:sp>
      <p:sp>
        <p:nvSpPr>
          <p:cNvPr id="10" name="text-xyceyg-9">
            <a:extLst xmlns:a="http://schemas.openxmlformats.org/drawingml/2006/main">
              <a:ext uri="{FF2B5EF4-FFF2-40B4-BE49-F238E27FC236}">
                <a16:creationId xmlns:a16="http://schemas.microsoft.com/office/drawing/2014/main" id="{79D65E86-56B3-44C8-B957-3A5A74E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1975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Для схем и графиков.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Модель учитывает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расположение и связи.</a:t>
            </a:r>
          </a:p>
        </p:txBody>
      </p:sp>
      <p:sp>
        <p:nvSpPr>
          <p:cNvPr id="11" name="text-xyceyg-10">
            <a:extLst xmlns:a="http://schemas.openxmlformats.org/drawingml/2006/main">
              <a:ext uri="{FF2B5EF4-FFF2-40B4-BE49-F238E27FC236}">
                <a16:creationId xmlns:a16="http://schemas.microsoft.com/office/drawing/2014/main" id="{BDEC574F-1570-449C-8E63-2151D237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Можно приложить несколько снимков к одному заданию.</a:t>
            </a:r>
          </a:p>
        </p:txBody>
      </p:sp>
    </p:spTree>
    <p:extLst>
      <p:ext uri="{BB962C8B-B14F-4D97-AF65-F5344CB8AC3E}">
        <p14:creationId xmlns:p14="http://schemas.microsoft.com/office/powerpoint/2010/main" val="18986117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yynfv5-0.04121403822673164">
            <a:extLst xmlns:a="http://schemas.openxmlformats.org/drawingml/2006/main">
              <a:ext uri="{FF2B5EF4-FFF2-40B4-BE49-F238E27FC236}">
                <a16:creationId xmlns:a16="http://schemas.microsoft.com/office/drawing/2014/main" id="{8EAB5D9E-20F7-4DCD-AB30-5FBC2B71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Техническая задача по шагам</a:t>
            </a:r>
          </a:p>
        </p:txBody>
      </p:sp>
      <p:sp>
        <p:nvSpPr>
          <p:cNvPr id="2" name="text-yynfv5-1">
            <a:extLst xmlns:a="http://schemas.openxmlformats.org/drawingml/2006/main">
              <a:ext uri="{FF2B5EF4-FFF2-40B4-BE49-F238E27FC236}">
                <a16:creationId xmlns:a16="http://schemas.microsoft.com/office/drawing/2014/main" id="{7648AC15-EEFA-4CD7-B06C-AA3C0461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1DB87-885A-401B-8224-436F770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уточнить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27AA-4C29-4EF3-92B5-1ED333DC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Идея решения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95725" y="24574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7F5F8-6869-432D-BDE0-9148FC6E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43825" y="24574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6F3D5-74A3-46C2-98F4-7106C2A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Сложность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DEFD4-90D3-4112-BB6D-0315FCC5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Крайние случаи</a:t>
            </a:r>
          </a:p>
        </p:txBody>
      </p:sp>
      <p:cxnSp>
        <p:nvCxnSpPr>
          <p:cNvPr id="25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743825" y="40195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4BE6E-7DF9-4915-98E5-F001B6B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Как объяснить</a:t>
            </a:r>
          </a:p>
        </p:txBody>
      </p:sp>
      <p:cxnSp>
        <p:nvCxnSpPr>
          <p:cNvPr id="27" name=""/>
          <p:cNvCxnSpPr>
            <a:stCxn xmlns:a="http://schemas.openxmlformats.org/drawingml/2006/main" id="9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895725" y="40195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48863" y="289560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4" name="text-yynfv5-13">
            <a:extLst xmlns:a="http://schemas.openxmlformats.org/drawingml/2006/main">
              <a:ext uri="{FF2B5EF4-FFF2-40B4-BE49-F238E27FC236}">
                <a16:creationId xmlns:a16="http://schemas.microsoft.com/office/drawing/2014/main" id="{688417B0-D705-41ED-BD94-EB165F06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Go, Python и SQL</a:t>
            </a:r>
          </a:p>
        </p:txBody>
      </p:sp>
      <p:sp>
        <p:nvSpPr>
          <p:cNvPr id="15" name="text-yynfv5-14">
            <a:extLst xmlns:a="http://schemas.openxmlformats.org/drawingml/2006/main">
              <a:ext uri="{FF2B5EF4-FFF2-40B4-BE49-F238E27FC236}">
                <a16:creationId xmlns:a16="http://schemas.microsoft.com/office/drawing/2014/main" id="{D9C1D2A6-A713-40B8-8A91-59D1AD5B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43525"/>
            <a:ext cx="659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Ручной запуск кода и тестов в Docker.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Без сети, с ограничениями ресурсов и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638807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r8kyrs-0.2589317199668777">
            <a:extLst xmlns:a="http://schemas.openxmlformats.org/drawingml/2006/main">
              <a:ext uri="{FF2B5EF4-FFF2-40B4-BE49-F238E27FC236}">
                <a16:creationId xmlns:a16="http://schemas.microsoft.com/office/drawing/2014/main" id="{F7E21D7B-A38E-4336-88CC-88C9E830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System design с рабочей схемой</a:t>
            </a:r>
          </a:p>
        </p:txBody>
      </p:sp>
      <p:sp>
        <p:nvSpPr>
          <p:cNvPr id="2" name="text-r8kyrs-1">
            <a:extLst xmlns:a="http://schemas.openxmlformats.org/drawingml/2006/main">
              <a:ext uri="{FF2B5EF4-FFF2-40B4-BE49-F238E27FC236}">
                <a16:creationId xmlns:a16="http://schemas.microsoft.com/office/drawing/2014/main" id="{890D78F0-BF96-4938-BB91-970C84BC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r8kyrs-2">
            <a:extLst xmlns:a="http://schemas.openxmlformats.org/drawingml/2006/main">
              <a:ext uri="{FF2B5EF4-FFF2-40B4-BE49-F238E27FC236}">
                <a16:creationId xmlns:a16="http://schemas.microsoft.com/office/drawing/2014/main" id="{FE7C6B42-DFD3-42ED-B406-E72CA8EC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Требования, нагрузка, API и решения остаются в одном проекте.</a:t>
            </a:r>
          </a:p>
          <a:p xmlns:a="http://schemas.openxmlformats.org/drawingml/2006/main">
            <a:pPr>
              <a:defRPr sz="21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Новое ограничение обновляет текущую архитектуру.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C696F-16BF-418E-8ADB-1EE56D25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238375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021E1-C2FF-44D7-BAC5-34C74F7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2238375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3C023-1D3B-41A2-AA85-15935488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20955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Кэш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FF4F4-1847-4095-9ABF-B2980CF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29125"/>
            <a:ext cx="20955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Хранилище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47975" y="3709988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15025" y="3224213"/>
            <a:ext cx="904875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15025" y="3709988"/>
            <a:ext cx="9048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r8kyrs-10">
            <a:extLst xmlns:a="http://schemas.openxmlformats.org/drawingml/2006/main">
              <a:ext uri="{FF2B5EF4-FFF2-40B4-BE49-F238E27FC236}">
                <a16:creationId xmlns:a16="http://schemas.microsoft.com/office/drawing/2014/main" id="{69F95A07-DE65-43A2-BF64-3D2E6C7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81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ПРИМЕР СХЕМЫ</a:t>
            </a:r>
          </a:p>
        </p:txBody>
      </p:sp>
      <p:sp>
        <p:nvSpPr>
          <p:cNvPr id="12" name="text-r8kyrs-11">
            <a:extLst xmlns:a="http://schemas.openxmlformats.org/drawingml/2006/main">
              <a:ext uri="{FF2B5EF4-FFF2-40B4-BE49-F238E27FC236}">
                <a16:creationId xmlns:a16="http://schemas.microsoft.com/office/drawing/2014/main" id="{715FAB6D-C362-423C-83CB-5A1D6C2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71850"/>
            <a:ext cx="2095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Узлы и связи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помогают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объяснить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решение.</a:t>
            </a:r>
          </a:p>
        </p:txBody>
      </p:sp>
      <p:sp>
        <p:nvSpPr>
          <p:cNvPr id="13" name="text-r8kyrs-12">
            <a:extLst xmlns:a="http://schemas.openxmlformats.org/drawingml/2006/main">
              <a:ext uri="{FF2B5EF4-FFF2-40B4-BE49-F238E27FC236}">
                <a16:creationId xmlns:a16="http://schemas.microsoft.com/office/drawing/2014/main" id="{33D0F234-70DD-431E-A03C-C8577A85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Добавьте «нужен multi-region», изучите изменения и при необходимости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вернитесь к предыдущей версии.</a:t>
            </a:r>
          </a:p>
        </p:txBody>
      </p:sp>
    </p:spTree>
    <p:extLst>
      <p:ext uri="{BB962C8B-B14F-4D97-AF65-F5344CB8AC3E}">
        <p14:creationId xmlns:p14="http://schemas.microsoft.com/office/powerpoint/2010/main" val="21000333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yocjg-0.5019470102600672">
            <a:extLst xmlns:a="http://schemas.openxmlformats.org/drawingml/2006/main">
              <a:ext uri="{FF2B5EF4-FFF2-40B4-BE49-F238E27FC236}">
                <a16:creationId xmlns:a16="http://schemas.microsoft.com/office/drawing/2014/main" id="{711A7195-8A5C-4A68-B098-95083B44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Готовность и восстановление</a:t>
            </a:r>
          </a:p>
        </p:txBody>
      </p:sp>
      <p:sp>
        <p:nvSpPr>
          <p:cNvPr id="2" name="text-2yocjg-1">
            <a:extLst xmlns:a="http://schemas.openxmlformats.org/drawingml/2006/main">
              <a:ext uri="{FF2B5EF4-FFF2-40B4-BE49-F238E27FC236}">
                <a16:creationId xmlns:a16="http://schemas.microsoft.com/office/drawing/2014/main" id="{7C33668D-2B9F-4AD9-B945-132B34A9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2yocjg-2">
            <a:extLst xmlns:a="http://schemas.openxmlformats.org/drawingml/2006/main">
              <a:ext uri="{FF2B5EF4-FFF2-40B4-BE49-F238E27FC236}">
                <a16:creationId xmlns:a16="http://schemas.microsoft.com/office/drawing/2014/main" id="{0D4B8538-E107-47FC-8B4B-00CC95BD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ПЕРЕД СЕССИЕЙ</a:t>
            </a:r>
          </a:p>
        </p:txBody>
      </p:sp>
      <p:sp>
        <p:nvSpPr>
          <p:cNvPr id="4" name="text-2yocjg-3">
            <a:extLst xmlns:a="http://schemas.openxmlformats.org/drawingml/2006/main">
              <a:ext uri="{FF2B5EF4-FFF2-40B4-BE49-F238E27FC236}">
                <a16:creationId xmlns:a16="http://schemas.microsoft.com/office/drawing/2014/main" id="{258851DB-DF1F-46E7-837D-B49EEE7A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Проверить готовность</a:t>
            </a:r>
          </a:p>
        </p:txBody>
      </p:sp>
      <p:sp>
        <p:nvSpPr>
          <p:cNvPr id="5" name="text-2yocjg-4">
            <a:extLst xmlns:a="http://schemas.openxmlformats.org/drawingml/2006/main">
              <a:ext uri="{FF2B5EF4-FFF2-40B4-BE49-F238E27FC236}">
                <a16:creationId xmlns:a16="http://schemas.microsoft.com/office/drawing/2014/main" id="{DD47290C-71AA-49A0-85C9-14393D5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Доступ к модели и время ответа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Захват экрана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Поступление системного звука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Микрофон, если он выбран</a:t>
            </a:r>
          </a:p>
        </p:txBody>
      </p:sp>
      <p:sp>
        <p:nvSpPr>
          <p:cNvPr id="6" name="text-2yocjg-5">
            <a:extLst xmlns:a="http://schemas.openxmlformats.org/drawingml/2006/main">
              <a:ext uri="{FF2B5EF4-FFF2-40B4-BE49-F238E27FC236}">
                <a16:creationId xmlns:a16="http://schemas.microsoft.com/office/drawing/2014/main" id="{BB21265D-B14F-4858-8C43-90A884A5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9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ПРИ СБОЕ</a:t>
            </a:r>
          </a:p>
        </p:txBody>
      </p:sp>
      <p:sp>
        <p:nvSpPr>
          <p:cNvPr id="7" name="text-2yocjg-6">
            <a:extLst xmlns:a="http://schemas.openxmlformats.org/drawingml/2006/main">
              <a:ext uri="{FF2B5EF4-FFF2-40B4-BE49-F238E27FC236}">
                <a16:creationId xmlns:a16="http://schemas.microsoft.com/office/drawing/2014/main" id="{26A4172F-D668-41C7-A7B1-F18A3EC5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487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Продолжить сессию</a:t>
            </a:r>
          </a:p>
        </p:txBody>
      </p:sp>
      <p:sp>
        <p:nvSpPr>
          <p:cNvPr id="8" name="text-2yocjg-7">
            <a:extLst xmlns:a="http://schemas.openxmlformats.org/drawingml/2006/main">
              <a:ext uri="{FF2B5EF4-FFF2-40B4-BE49-F238E27FC236}">
                <a16:creationId xmlns:a16="http://schemas.microsoft.com/office/drawing/2014/main" id="{16AA44EA-85BB-4AF5-B8D9-05C3562B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8768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Сохранённые темы и черновик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Положение чтения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Повтор конкретного запроса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Продолжение после перезапуска</a:t>
            </a:r>
          </a:p>
        </p:txBody>
      </p:sp>
      <p:sp>
        <p:nvSpPr>
          <p:cNvPr id="9" name="text-2yocjg-8">
            <a:extLst xmlns:a="http://schemas.openxmlformats.org/drawingml/2006/main">
              <a:ext uri="{FF2B5EF4-FFF2-40B4-BE49-F238E27FC236}">
                <a16:creationId xmlns:a16="http://schemas.microsoft.com/office/drawing/2014/main" id="{32561D13-B0A0-46A3-A20D-C9D0478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Сеть, доступность модели и разрешения macOS проверяются в реальных условиях звонка.</a:t>
            </a:r>
          </a:p>
        </p:txBody>
      </p:sp>
    </p:spTree>
    <p:extLst>
      <p:ext uri="{BB962C8B-B14F-4D97-AF65-F5344CB8AC3E}">
        <p14:creationId xmlns:p14="http://schemas.microsoft.com/office/powerpoint/2010/main" val="9942120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t6bb0d-0.864868449121293">
            <a:extLst xmlns:a="http://schemas.openxmlformats.org/drawingml/2006/main">
              <a:ext uri="{FF2B5EF4-FFF2-40B4-BE49-F238E27FC236}">
                <a16:creationId xmlns:a16="http://schemas.microsoft.com/office/drawing/2014/main" id="{A160E25A-9E44-43E7-916B-855EA5B8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После разговора остаётся план</a:t>
            </a:r>
          </a:p>
        </p:txBody>
      </p:sp>
      <p:sp>
        <p:nvSpPr>
          <p:cNvPr id="2" name="text-t6bb0d-1">
            <a:extLst xmlns:a="http://schemas.openxmlformats.org/drawingml/2006/main">
              <a:ext uri="{FF2B5EF4-FFF2-40B4-BE49-F238E27FC236}">
                <a16:creationId xmlns:a16="http://schemas.microsoft.com/office/drawing/2014/main" id="{4CE30BE9-20AD-4E0B-90F5-30A0413F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-t6bb0d-2">
            <a:extLst xmlns:a="http://schemas.openxmlformats.org/drawingml/2006/main">
              <a:ext uri="{FF2B5EF4-FFF2-40B4-BE49-F238E27FC236}">
                <a16:creationId xmlns:a16="http://schemas.microsoft.com/office/drawing/2014/main" id="{39D94191-61AD-4EBA-8DC5-D1CAB75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4" name="text-t6bb0d-3">
            <a:extLst xmlns:a="http://schemas.openxmlformats.org/drawingml/2006/main">
              <a:ext uri="{FF2B5EF4-FFF2-40B4-BE49-F238E27FC236}">
                <a16:creationId xmlns:a16="http://schemas.microsoft.com/office/drawing/2014/main" id="{AE462E69-3C22-4F24-BB4D-5F22636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Сохранённые вопросы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ответы. Удаление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одной истории или всех.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47C47-F76D-43B1-B481-240790B6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вызвало уточнения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93285-2565-4194-A724-B1860D2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стоит перепроверить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19667-A0A1-474F-A793-9820578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повторить завтра</a:t>
            </a:r>
          </a:p>
        </p:txBody>
      </p:sp>
      <p:cxnSp>
        <p:nvCxnSpPr>
          <p:cNvPr id="18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58150" y="26384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058150" y="38290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0" name="text-t6bb0d-9">
            <a:extLst xmlns:a="http://schemas.openxmlformats.org/drawingml/2006/main">
              <a:ext uri="{FF2B5EF4-FFF2-40B4-BE49-F238E27FC236}">
                <a16:creationId xmlns:a16="http://schemas.microsoft.com/office/drawing/2014/main" id="{DFAA89E1-0186-457B-925A-E374F6B0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Разбор помогает выбрать темы для повторения.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Он анализирует историю запросов, а не оценивает ваши устные ответы.</a:t>
            </a:r>
          </a:p>
        </p:txBody>
      </p:sp>
    </p:spTree>
    <p:extLst>
      <p:ext uri="{BB962C8B-B14F-4D97-AF65-F5344CB8AC3E}">
        <p14:creationId xmlns:p14="http://schemas.microsoft.com/office/powerpoint/2010/main" val="4802308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huljg5-0.5817534285687487">
            <a:extLst xmlns:a="http://schemas.openxmlformats.org/drawingml/2006/main">
              <a:ext uri="{FF2B5EF4-FFF2-40B4-BE49-F238E27FC236}">
                <a16:creationId xmlns:a16="http://schemas.microsoft.com/office/drawing/2014/main" id="{191F7991-792D-4862-B23E-58FD44AE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Выбор модели и контроль данных</a:t>
            </a:r>
          </a:p>
        </p:txBody>
      </p:sp>
      <p:sp>
        <p:nvSpPr>
          <p:cNvPr id="2" name="text-huljg5-1">
            <a:extLst xmlns:a="http://schemas.openxmlformats.org/drawingml/2006/main">
              <a:ext uri="{FF2B5EF4-FFF2-40B4-BE49-F238E27FC236}">
                <a16:creationId xmlns:a16="http://schemas.microsoft.com/office/drawing/2014/main" id="{C23D6F1C-7038-4FE4-AC1D-3DE011C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73CB4-AF64-4B84-8607-C9C364A1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914650" cy="12287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Приложение</a:t>
            </a:r>
          </a:p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 компьютере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C94CB-31F5-460D-BC67-C4E1923A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52625"/>
            <a:ext cx="283845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EF7FD-C82D-4D83-8760-9D5AEDB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90925"/>
            <a:ext cx="283845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0984C-A9AA-4327-B95D-EBBB258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0325"/>
            <a:ext cx="2895600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Выбранная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модель ответа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524250" y="2366963"/>
            <a:ext cx="11811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24250" y="3033713"/>
            <a:ext cx="11811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43800" y="2366963"/>
            <a:ext cx="1047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543800" y="3176588"/>
            <a:ext cx="10477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huljg5-10">
            <a:extLst xmlns:a="http://schemas.openxmlformats.org/drawingml/2006/main">
              <a:ext uri="{FF2B5EF4-FFF2-40B4-BE49-F238E27FC236}">
                <a16:creationId xmlns:a16="http://schemas.microsoft.com/office/drawing/2014/main" id="{05791E4C-2665-4967-8212-AD5620F1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Локально: настройки,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материалы и история.</a:t>
            </a:r>
          </a:p>
        </p:txBody>
      </p:sp>
      <p:sp>
        <p:nvSpPr>
          <p:cNvPr id="12" name="text-huljg5-11">
            <a:extLst xmlns:a="http://schemas.openxmlformats.org/drawingml/2006/main">
              <a:ext uri="{FF2B5EF4-FFF2-40B4-BE49-F238E27FC236}">
                <a16:creationId xmlns:a16="http://schemas.microsoft.com/office/drawing/2014/main" id="{C44B1564-2CAE-4317-9F18-12AC8E0E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76800"/>
            <a:ext cx="657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 выбранный сервис уходят данные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для обработки: текст, аудио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отправленные изображения.</a:t>
            </a:r>
          </a:p>
        </p:txBody>
      </p:sp>
      <p:sp>
        <p:nvSpPr>
          <p:cNvPr id="13" name="text-huljg5-12">
            <a:extLst xmlns:a="http://schemas.openxmlformats.org/drawingml/2006/main">
              <a:ext uri="{FF2B5EF4-FFF2-40B4-BE49-F238E27FC236}">
                <a16:creationId xmlns:a16="http://schemas.microsoft.com/office/drawing/2014/main" id="{6FCF112F-7DE4-4E70-A5C3-5720C239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Новые режимы работают с OpenAI и OpenRouter. Использование API оплачивается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5243307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tf3cs8-0.2067314186727458">
            <a:extLst xmlns:a="http://schemas.openxmlformats.org/drawingml/2006/main">
              <a:ext uri="{FF2B5EF4-FFF2-40B4-BE49-F238E27FC236}">
                <a16:creationId xmlns:a16="http://schemas.microsoft.com/office/drawing/2014/main" id="{D6239BE8-1DD1-4002-8F46-0C4637F6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Проверки ключевых сценариев</a:t>
            </a:r>
          </a:p>
        </p:txBody>
      </p:sp>
      <p:sp>
        <p:nvSpPr>
          <p:cNvPr id="2" name="text-tf3cs8-1">
            <a:extLst xmlns:a="http://schemas.openxmlformats.org/drawingml/2006/main">
              <a:ext uri="{FF2B5EF4-FFF2-40B4-BE49-F238E27FC236}">
                <a16:creationId xmlns:a16="http://schemas.microsoft.com/office/drawing/2014/main" id="{00CAB667-C985-4706-B17E-F16D8CF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tf3cs8-2">
            <a:extLst xmlns:a="http://schemas.openxmlformats.org/drawingml/2006/main">
              <a:ext uri="{FF2B5EF4-FFF2-40B4-BE49-F238E27FC236}">
                <a16:creationId xmlns:a16="http://schemas.microsoft.com/office/drawing/2014/main" id="{46673D4B-93F4-4C04-8046-DD2D224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95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4" name="text-tf3cs8-3">
            <a:extLst xmlns:a="http://schemas.openxmlformats.org/drawingml/2006/main">
              <a:ext uri="{FF2B5EF4-FFF2-40B4-BE49-F238E27FC236}">
                <a16:creationId xmlns:a16="http://schemas.microsoft.com/office/drawing/2014/main" id="{AF909BC3-1DAB-47B1-B220-72B40E7A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автоматических теста</a:t>
            </a:r>
          </a:p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прошли проверку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171950" y="1838325"/>
          <a:ext xmlns:a="http://schemas.openxmlformats.org/drawingml/2006/main" cx="737235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dc32b13c164111"/>
          </a:graphicData>
        </a:graphic>
      </p:graphicFrame>
      <p:sp>
        <p:nvSpPr>
          <p:cNvPr id="6" name="text-tf3cs8-4">
            <a:extLst xmlns:a="http://schemas.openxmlformats.org/drawingml/2006/main">
              <a:ext uri="{FF2B5EF4-FFF2-40B4-BE49-F238E27FC236}">
                <a16:creationId xmlns:a16="http://schemas.microsoft.com/office/drawing/2014/main" id="{29940E4B-0004-4781-AB94-DFAED51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3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Проверка от 23 сентября 2026. Автотесты дополняют репетицию звонка: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звук, разрешения и доступ к API зависят от компьютера и провайдера.</a:t>
            </a:r>
          </a:p>
        </p:txBody>
      </p:sp>
    </p:spTree>
    <p:extLst>
      <p:ext uri="{BB962C8B-B14F-4D97-AF65-F5344CB8AC3E}">
        <p14:creationId xmlns:p14="http://schemas.microsoft.com/office/powerpoint/2010/main" val="982558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5y9y7a-0.22102698516907093">
            <a:extLst xmlns:a="http://schemas.openxmlformats.org/drawingml/2006/main">
              <a:ext uri="{FF2B5EF4-FFF2-40B4-BE49-F238E27FC236}">
                <a16:creationId xmlns:a16="http://schemas.microsoft.com/office/drawing/2014/main" id="{6FA2713B-3B80-4E48-847D-087EAA0F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2" name="text-5y9y7a-1">
            <a:extLst xmlns:a="http://schemas.openxmlformats.org/drawingml/2006/main">
              <a:ext uri="{FF2B5EF4-FFF2-40B4-BE49-F238E27FC236}">
                <a16:creationId xmlns:a16="http://schemas.microsoft.com/office/drawing/2014/main" id="{FA871C84-0480-485A-8A74-19DA5E53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5y9y7a-2">
            <a:extLst xmlns:a="http://schemas.openxmlformats.org/drawingml/2006/main">
              <a:ext uri="{FF2B5EF4-FFF2-40B4-BE49-F238E27FC236}">
                <a16:creationId xmlns:a16="http://schemas.microsoft.com/office/drawing/2014/main" id="{C4DD96C7-1331-4E73-B74E-D5691E4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5y9y7a-3">
            <a:extLst xmlns:a="http://schemas.openxmlformats.org/drawingml/2006/main">
              <a:ext uri="{FF2B5EF4-FFF2-40B4-BE49-F238E27FC236}">
                <a16:creationId xmlns:a16="http://schemas.microsoft.com/office/drawing/2014/main" id="{7A5E4322-C692-4383-86FC-57277C69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09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Откройте Cheating Daddy</a:t>
            </a:r>
          </a:p>
        </p:txBody>
      </p:sp>
      <p:sp>
        <p:nvSpPr>
          <p:cNvPr id="5" name="text-5y9y7a-4">
            <a:extLst xmlns:a="http://schemas.openxmlformats.org/drawingml/2006/main">
              <a:ext uri="{FF2B5EF4-FFF2-40B4-BE49-F238E27FC236}">
                <a16:creationId xmlns:a16="http://schemas.microsoft.com/office/drawing/2014/main" id="{8DD41F99-CDFE-4019-83ED-8ABB6DB2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574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Готовое приложение на Mac или npm install и npm start из исходников.</a:t>
            </a:r>
          </a:p>
        </p:txBody>
      </p:sp>
      <p:sp>
        <p:nvSpPr>
          <p:cNvPr id="6" name="text-5y9y7a-5">
            <a:extLst xmlns:a="http://schemas.openxmlformats.org/drawingml/2006/main">
              <a:ext uri="{FF2B5EF4-FFF2-40B4-BE49-F238E27FC236}">
                <a16:creationId xmlns:a16="http://schemas.microsoft.com/office/drawing/2014/main" id="{985EE0F4-47D8-422D-88B7-8D7C5620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5y9y7a-6">
            <a:extLst xmlns:a="http://schemas.openxmlformats.org/drawingml/2006/main">
              <a:ext uri="{FF2B5EF4-FFF2-40B4-BE49-F238E27FC236}">
                <a16:creationId xmlns:a16="http://schemas.microsoft.com/office/drawing/2014/main" id="{B2C7578B-D72F-4B1E-8C68-C6E4E60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194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Настройте модель и свой контекст</a:t>
            </a:r>
          </a:p>
        </p:txBody>
      </p:sp>
      <p:sp>
        <p:nvSpPr>
          <p:cNvPr id="8" name="text-5y9y7a-7">
            <a:extLst xmlns:a="http://schemas.openxmlformats.org/drawingml/2006/main">
              <a:ext uri="{FF2B5EF4-FFF2-40B4-BE49-F238E27FC236}">
                <a16:creationId xmlns:a16="http://schemas.microsoft.com/office/drawing/2014/main" id="{C5B464CC-3E28-4936-9015-0D65666D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670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Ключ API, язык речи, профиль инструкций и материалы вакансии.</a:t>
            </a:r>
          </a:p>
        </p:txBody>
      </p:sp>
      <p:sp>
        <p:nvSpPr>
          <p:cNvPr id="9" name="text-5y9y7a-8">
            <a:extLst xmlns:a="http://schemas.openxmlformats.org/drawingml/2006/main">
              <a:ext uri="{FF2B5EF4-FFF2-40B4-BE49-F238E27FC236}">
                <a16:creationId xmlns:a16="http://schemas.microsoft.com/office/drawing/2014/main" id="{A3BD3217-FCB0-4EF4-B86C-D44C456C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5y9y7a-9">
            <a:extLst xmlns:a="http://schemas.openxmlformats.org/drawingml/2006/main">
              <a:ext uri="{FF2B5EF4-FFF2-40B4-BE49-F238E27FC236}">
                <a16:creationId xmlns:a16="http://schemas.microsoft.com/office/drawing/2014/main" id="{7B42C5DD-F14C-4A0F-8183-40CC4B82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8290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Проверьте готовность</a:t>
            </a:r>
          </a:p>
        </p:txBody>
      </p:sp>
      <p:sp>
        <p:nvSpPr>
          <p:cNvPr id="11" name="text-5y9y7a-10">
            <a:extLst xmlns:a="http://schemas.openxmlformats.org/drawingml/2006/main">
              <a:ext uri="{FF2B5EF4-FFF2-40B4-BE49-F238E27FC236}">
                <a16:creationId xmlns:a16="http://schemas.microsoft.com/office/drawing/2014/main" id="{5506FF62-6827-4B42-AD9F-69FC6E3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767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Убедитесь, что модель отвечает, экран захватывается и звук поступает.</a:t>
            </a:r>
          </a:p>
        </p:txBody>
      </p:sp>
      <p:sp>
        <p:nvSpPr>
          <p:cNvPr id="12" name="text-5y9y7a-11">
            <a:extLst xmlns:a="http://schemas.openxmlformats.org/drawingml/2006/main">
              <a:ext uri="{FF2B5EF4-FFF2-40B4-BE49-F238E27FC236}">
                <a16:creationId xmlns:a16="http://schemas.microsoft.com/office/drawing/2014/main" id="{9F221897-0EBF-4DF4-B271-39A6D5A8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-5y9y7a-12">
            <a:extLst xmlns:a="http://schemas.openxmlformats.org/drawingml/2006/main">
              <a:ext uri="{FF2B5EF4-FFF2-40B4-BE49-F238E27FC236}">
                <a16:creationId xmlns:a16="http://schemas.microsoft.com/office/drawing/2014/main" id="{F9E06CAF-6119-4A65-8A94-E47F4583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387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Начните пробную сессию</a:t>
            </a:r>
          </a:p>
        </p:txBody>
      </p:sp>
      <p:sp>
        <p:nvSpPr>
          <p:cNvPr id="14" name="text-5y9y7a-13">
            <a:extLst xmlns:a="http://schemas.openxmlformats.org/drawingml/2006/main">
              <a:ext uri="{FF2B5EF4-FFF2-40B4-BE49-F238E27FC236}">
                <a16:creationId xmlns:a16="http://schemas.microsoft.com/office/drawing/2014/main" id="{2E09C78B-3EA4-4D71-88BC-D95AC4D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8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Задайте вопрос, прочитайте ответ, добавьте уточнение и откройте History.</a:t>
            </a:r>
          </a:p>
        </p:txBody>
      </p:sp>
    </p:spTree>
    <p:extLst>
      <p:ext uri="{BB962C8B-B14F-4D97-AF65-F5344CB8AC3E}">
        <p14:creationId xmlns:p14="http://schemas.microsoft.com/office/powerpoint/2010/main" val="1477049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2026-09-23T15:16:01.9510000Z</dcterms:created>
  <dcterms:modified xsi:type="dcterms:W3CDTF">2026-09-23T15:16:01.9510000Z</dcterms:modified>
</coreProperties>
</file>